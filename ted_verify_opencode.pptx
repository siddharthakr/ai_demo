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message: you don't need a big model or a new app. opencode already supports skills. You drop a folder into your repo and a local model can run your verification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problems: the flow is repetitive, and a local model is weak at arithmetic. The design answer is to move all computation into a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split is what makes a weak model reliable. Same idea as a hardware accelerator: the CPU (LLM) does control flow, the accelerator (tool) does the math.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AGENTS.md = who you are here. SKILL.md = how to do X. Tool = the thing that does X. Skills keep context small, which matters most for a small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integration is a folder. opencode walks up from the working directory to the git root looking for .opencode/skills.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Frontmatter fields opencode reads: name, description (plus optional license, compatibility, metadata). Everything else is ignored.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tool is good, the model can't really get it wrong. Test the tool alone first, then add the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tool-calling enabled on vLLM, the model sees the tools but never calls them. That's the number one setup trap. Adjust baseURL and model name to your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 1 shows PASS. Prompt 2 shows the classic MM failure: flipped sign makes the unstable zero crossing stable, so the loop parks ~0.5 UI away. Prompt 3 shows the agent localizing the bug.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investment is in the tool. Once a team has a few skills, anyone can run expert checks by asking in plain language, fully on-prem.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822960" cy="8229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8458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6916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AI that verifies your RTL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514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a skill + tool into opencode, running on on-prem Gemma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TED (Mueller-Muller CDR)  </a:t>
            </a:r>
            <a:pPr indent="0" marL="0">
              <a:buNone/>
            </a:pPr>
            <a:r>
              <a:rPr lang="en-US" sz="14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iverilog RTL  vs  C++ golden model  -&gt;  tau convergence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skill  +  1 tool  +  0 cloud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co-simulation checks are manual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RTL change means the same 5 steps, done by hand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38912" cy="43891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46304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+ run iverilog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084832"/>
            <a:ext cx="438912" cy="43891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08483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+ run C++ model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706624"/>
            <a:ext cx="438912" cy="43891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7066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706624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fixed-point tau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328416"/>
            <a:ext cx="438912" cy="43891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328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328416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mod 1 UI, average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950208"/>
            <a:ext cx="438912" cy="43891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9502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95020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Eyeball the difference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46320" y="1463040"/>
            <a:ext cx="3840480" cy="3017520"/>
          </a:xfrm>
          <a:prstGeom prst="roundRect">
            <a:avLst>
              <a:gd name="adj" fmla="val 2424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16916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828800"/>
            <a:ext cx="274320" cy="27432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5760720" y="1691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 small local model can't do it alone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074920" y="242316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Gemma-class models guess numbers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mis-type long CLI flags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Mod-1 / fixed-point math is easy to get wrong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AI is not allowed for our RTL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idea: the model decides, the tool computes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never calculates tau. It picks the tool, then explains the result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673352"/>
            <a:ext cx="402336" cy="4023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21488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24688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prompt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901952" y="2221992"/>
            <a:ext cx="22860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157984" y="1508760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5476" y="167335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203704" y="21488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opencode + Gemma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2203704" y="24688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vLLM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602736" y="2221992"/>
            <a:ext cx="22860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3858768" y="1508760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260" y="1673352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904488" y="21488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3904488" y="24688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ted-verify / SKILL.md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303520" y="2221992"/>
            <a:ext cx="22860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5559552" y="1508760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7044" y="1673352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605272" y="21488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5605272" y="24688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verify_tau.py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7004304" y="2221992"/>
            <a:ext cx="22860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7260336" y="1508760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7828" y="1673352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306056" y="21488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Simulators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7306056" y="24688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iverilog + g++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7968996" y="2926080"/>
            <a:ext cx="0" cy="32004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2866644" y="3246120"/>
            <a:ext cx="5102352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2866644" y="2926080"/>
            <a:ext cx="0" cy="32004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headEnd type="triangle"/>
          </a:ln>
        </p:spPr>
      </p:sp>
      <p:sp>
        <p:nvSpPr>
          <p:cNvPr id="31" name="Text 24"/>
          <p:cNvSpPr txBox="1"/>
          <p:nvPr/>
        </p:nvSpPr>
        <p:spPr>
          <a:xfrm>
            <a:off x="3049524" y="3291840"/>
            <a:ext cx="4736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line + JSON + plot  (every number comes from here)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job: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question, choose the variant, explain the verdict.   </a:t>
            </a:r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job: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simulate, decode Q4.16, compare mod 1 UI, plot.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building blocks in opencode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skill and the tool are new; AGENTS.md is optional but recommended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600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AGENTS.md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901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rules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37744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in EVERY session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repo is, what not to touch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EN/JA reply rule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coding standard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73552" y="141732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02152" y="160020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17373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142232" y="1600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SKILL.md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142232" y="1901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playbook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3502152" y="237744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ON DEMAND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= its description line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+ how to call the tool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format the answer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089904" y="141732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318504" y="160020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173736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958584" y="1600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verify_tau.py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958584" y="1901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6318504" y="237744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EXECUTES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iverilog + g++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VERDICT + JSON + PNG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testable alone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drop the files into your repo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discovers skills by folder convention; no plugin, no install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846320" cy="3246120"/>
          </a:xfrm>
          <a:prstGeom prst="roundRect">
            <a:avLst>
              <a:gd name="adj" fmla="val 1690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08760"/>
            <a:ext cx="45720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ted-demo/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AGENTS.md                  &lt;- always loaded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params.txt                 &lt;- shared by RTL + C++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data/stim.txt              &lt;- 1 sample / line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rtl/ted_toy.v, tb_ted.v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rtl/ted_toy_broken.v       &lt;- demo bug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model/ted_toy.cpp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'-- .opencode/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'-- skills/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'-- ted-verify/        &lt;- folder name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|-- SKILL.md       &lt;- name == folder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'-- scripts/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'-- verify_tau.py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577840" y="1463040"/>
            <a:ext cx="502920" cy="502920"/>
          </a:xfrm>
          <a:prstGeom prst="ellipse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3570" y="1588770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217920" y="1463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looks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17373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.opencode/skills/&lt;name&gt;/SKILL.md in the repo, or ~/.config/opencode/skills/ for all repos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577840" y="2542032"/>
            <a:ext cx="502920" cy="502920"/>
          </a:xfrm>
          <a:prstGeom prst="ellipse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3570" y="2667762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217920" y="25420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rule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6217920" y="281635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lowercase-hyphen, and must equal the folder name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577840" y="3621024"/>
            <a:ext cx="502920" cy="502920"/>
          </a:xfrm>
          <a:prstGeom prst="ellipse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3570" y="3746754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17920" y="36210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found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3895344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.claude/skills/ works too: same skill runs in Claude Code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write the SKILL.md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description is the trigger; the body is the recipe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572000" cy="3291840"/>
          </a:xfrm>
          <a:prstGeom prst="roundRect">
            <a:avLst>
              <a:gd name="adj" fmla="val 1667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08760"/>
            <a:ext cx="4297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ted-verify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Verify the TED / CDR RTL against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 C++ golden model by comparing converged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tau. Use whenever the user asks to verify,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compare, or test RTL vs C++, or mentions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iverilog, tau, TED, CDR, or convergence.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The tool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.opencode/skills/ted-verify/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scripts/verify_tau.py [--variant broken]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Workflow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Run the tool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Read the VERDICT line + JSON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Reply: Verdict / Numbers / Why / Plot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Do not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compute tau yourself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edit RTL to "fix" a FAIL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03520" y="1463040"/>
            <a:ext cx="201168" cy="20116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23560" y="14173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Frontmatter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623560" y="16916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thing Gemma sees before loading. Be generous with keywords: TED, tau, CDR, iverilog.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0" y="2304288"/>
            <a:ext cx="201168" cy="20116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23560" y="22585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command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623560" y="253288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Copy-pasteable. Small models mangle flags they have to invent.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0" y="3145536"/>
            <a:ext cx="201168" cy="20116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23560" y="309981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reply format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623560" y="337413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every answer look the same, easy to trust in a review.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03520" y="3986784"/>
            <a:ext cx="201168" cy="20116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23560" y="394106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Do-not list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623560" y="421538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 never guess numbers, never edit sources unasked.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design the tool for a small model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line is the answer; everything else is evidence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2148840"/>
          </a:xfrm>
          <a:prstGeom prst="roundRect">
            <a:avLst>
              <a:gd name="adj" fmla="val 2553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08760"/>
            <a:ext cx="7955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.opencode/skills/ted-verify/scripts/verify_tau.py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VERDICT: PASS | RTL 0.2998 UI | C++ 0.2998 UI | delta +0.0000 UI (tol 0.02)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"verdict": "PASS",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"tau_rtl_ui": 0.29978,  "tau_cpp_ui": 0.29978,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"delta_ui": 0.0,        "tol_ui": 0.02,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"rtl_converged": true,  "cpp_converged": true,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"ground_truth": { "tau_true_ui": 0.3, "pass": true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"reasons": [],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"plot": "out/tau_trace.png"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3794760"/>
            <a:ext cx="457200" cy="457200"/>
          </a:xfrm>
          <a:prstGeom prst="ellipse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3909060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05840" y="37673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One-line verdict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404164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reads 1 line, not a log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60320" y="3794760"/>
            <a:ext cx="457200" cy="457200"/>
          </a:xfrm>
          <a:prstGeom prst="ellipse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4620" y="390906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108960" y="37673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hidden math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3108960" y="404164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Q4.16 decode, mod 1 UI, stats: all inside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663440" y="3794760"/>
            <a:ext cx="457200" cy="457200"/>
          </a:xfrm>
          <a:prstGeom prst="ellipse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7740" y="390906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212080" y="37673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loudly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5212080" y="404164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iverilog -&gt; VERDICT: ERROR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766560" y="3794760"/>
            <a:ext cx="457200" cy="457200"/>
          </a:xfrm>
          <a:prstGeom prst="ellipse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0860" y="3909060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315200" y="37673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from any cwd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7315200" y="404164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can run it without AI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point opencode at the local model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opencode.json in the repo root: provider + permissions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937760" cy="3017520"/>
          </a:xfrm>
          <a:prstGeom prst="roundRect">
            <a:avLst>
              <a:gd name="adj" fmla="val 1818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0876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"$schema": "https://opencode.ai/config.json",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"provider":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"vllm":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"npm": "@ai-sdk/openai-compatible",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"options": { "baseURL": "http://&lt;server&gt;:8000/v1"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"models": { "gemma-4": { "name": "Gemma 4" }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"model": "vllm/gemma-4",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"permission":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"bash":  { "python .opencode/skills/*": "allow",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"*": "ask"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"skill": { "ted-verify": "allow"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0" y="1417320"/>
            <a:ext cx="3017520" cy="3017520"/>
          </a:xfrm>
          <a:prstGeom prst="roundRect">
            <a:avLst>
              <a:gd name="adj" fmla="val 2424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97880" y="160020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3610" y="1725930"/>
            <a:ext cx="251460" cy="2514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537960" y="1600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897880" y="224028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runs with tool calling enabled (auto tool choice + tool-call parser)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command allowed, so the demo never stalls on a prompt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still asks: safe by default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iverilog, g++, numpy, matplotlib on PATH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 3 prompts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stimulus, same C++ model; only the RTL file changes</a:t>
            </a:r>
            <a:endParaRPr lang="en-US" sz="1500" dirty="0"/>
          </a:p>
        </p:txBody>
      </p:sp>
      <p:pic>
        <p:nvPicPr>
          <p:cNvPr id="4" name="Image 0" descr="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4023360" cy="1792224"/>
          </a:xfrm>
          <a:prstGeom prst="rect">
            <a:avLst/>
          </a:prstGeom>
        </p:spPr>
      </p:pic>
      <p:pic>
        <p:nvPicPr>
          <p:cNvPr id="5" name="Image 1" descr="f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371600"/>
            <a:ext cx="4023360" cy="1792224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91840"/>
            <a:ext cx="320040" cy="32004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868680" y="32461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"Verify the TED RTL against the C++ model."</a:t>
            </a:r>
            <a:endParaRPr lang="en-US" sz="1250" dirty="0"/>
          </a:p>
        </p:txBody>
      </p:sp>
      <p:sp>
        <p:nvSpPr>
          <p:cNvPr id="8" name="Text 3"/>
          <p:cNvSpPr txBox="1"/>
          <p:nvPr/>
        </p:nvSpPr>
        <p:spPr>
          <a:xfrm>
            <a:off x="868680" y="365760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PASS: both 0.2998 UI, matches tau_true 0.30</a:t>
            </a:r>
            <a:endParaRPr lang="en-US" sz="12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291840"/>
            <a:ext cx="320040" cy="32004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074920" y="32461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"Now check the broken RTL variant."</a:t>
            </a:r>
            <a:endParaRPr lang="en-US" sz="1250" dirty="0"/>
          </a:p>
        </p:txBody>
      </p:sp>
      <p:sp>
        <p:nvSpPr>
          <p:cNvPr id="11" name="Text 5"/>
          <p:cNvSpPr txBox="1"/>
          <p:nvPr/>
        </p:nvSpPr>
        <p:spPr>
          <a:xfrm>
            <a:off x="5074920" y="365760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FAIL: delta +0.49 UI, locked on the wrong zero crossing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"What is different in the broken file?"  </a:t>
            </a:r>
            <a:pPr indent="0" marL="0">
              <a:buNone/>
            </a:pPr>
            <a:r>
              <a:rPr lang="en-US" sz="12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agent diffs the two .v files: one line, TED error sign flipped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pattern, next skills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tool, keep the recipe: one folder per task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45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lint-triage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842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Verilator lint -&gt; one warning at a time, real bug vs noise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50876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645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timing-triage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9842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Vivado timing report -&gt; worst paths mapped to RTL lines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880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regmap-check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2186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address decoder vs register catalog vs driver API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63440" y="27432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2880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sim-first-divergence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32186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vs golden model per stage -&gt; first cycle that differs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small model + good tool + clear skill = reliable local AI for FPGA work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AI verifies RTL: opencode + Gemma, 1 skill + 1 tool</dc:title>
  <dc:subject>PptxGenJS Presentation</dc:subject>
  <dc:creator>PptxGenJS</dc:creator>
  <cp:lastModifiedBy>PptxGenJS</cp:lastModifiedBy>
  <cp:revision>1</cp:revision>
  <dcterms:created xsi:type="dcterms:W3CDTF">2026-09-30T22:49:11Z</dcterms:created>
  <dcterms:modified xsi:type="dcterms:W3CDTF">2026-09-30T22:49:11Z</dcterms:modified>
</cp:coreProperties>
</file>